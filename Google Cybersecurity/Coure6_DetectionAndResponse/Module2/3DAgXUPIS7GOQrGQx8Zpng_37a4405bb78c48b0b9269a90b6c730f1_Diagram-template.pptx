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Google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ogleSans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GoogleSans-italic.fntdata"/><Relationship Id="rId12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750"/>
            </a:srgbClr>
          </a:solidFill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116816" y="70594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09"/>
              </a:srgbClr>
            </a:solidFill>
            <a:ln cap="flat" cmpd="sng" w="28575">
              <a:solidFill>
                <a:srgbClr val="A1C3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726110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b="1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5805900" y="206050"/>
            <a:ext cx="11625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b="1"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15150" y="1366575"/>
            <a:ext cx="1120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84463" y="1149752"/>
            <a:ext cx="277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 rich Graphical User Interface (GUI) for interactive visualization.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Highly resource-heavy; requires memory for live GUI rendering.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Provides advanced features like stream analysis (Follow TCP Stream) and charts.</a:t>
            </a:r>
          </a:p>
        </p:txBody>
      </p:sp>
      <p:sp>
        <p:nvSpPr>
          <p:cNvPr id="62" name="Google Shape;62;p13"/>
          <p:cNvSpPr txBox="1"/>
          <p:nvPr/>
        </p:nvSpPr>
        <p:spPr>
          <a:xfrm>
            <a:off x="3940200" y="1836375"/>
            <a:ext cx="107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are open-source and free packet sniffers/network protocol analyzers.</a:t>
            </a:r>
          </a:p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support standard packet filter rules (BPF, IP addresses, ports, etc.).</a:t>
            </a:r>
          </a:p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read and write standard packet capture formats (e.g., .pcap, .pcapng).</a:t>
            </a:r>
          </a:p>
        </p:txBody>
      </p:sp>
      <p:sp>
        <p:nvSpPr>
          <p:cNvPr id="63" name="Google Shape;63;p13"/>
          <p:cNvSpPr txBox="1"/>
          <p:nvPr/>
        </p:nvSpPr>
        <p:spPr>
          <a:xfrm>
            <a:off x="4998288" y="1149752"/>
            <a:ext cx="277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Runs entirely on the Command Line Interface (CLI).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Extremely lightweight and suitable for remote/headless servers or SSH sessions.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Typically used to capture packets into a file (e.g., .pcap) for later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